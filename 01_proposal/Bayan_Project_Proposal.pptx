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84721" y="514350"/>
            <a:ext cx="2581835" cy="1028700"/>
          </a:xfrm>
          <a:custGeom>
            <a:avLst/>
            <a:gdLst/>
            <a:ahLst/>
            <a:cxnLst/>
            <a:rect r="r" b="b" t="t" l="l"/>
            <a:pathLst>
              <a:path h="1028700" w="2581835">
                <a:moveTo>
                  <a:pt x="0" y="0"/>
                </a:moveTo>
                <a:lnTo>
                  <a:pt x="2581836" y="0"/>
                </a:lnTo>
                <a:lnTo>
                  <a:pt x="25818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1230249"/>
            <a:ext cx="4433742" cy="2800378"/>
          </a:xfrm>
          <a:custGeom>
            <a:avLst/>
            <a:gdLst/>
            <a:ahLst/>
            <a:cxnLst/>
            <a:rect r="r" b="b" t="t" l="l"/>
            <a:pathLst>
              <a:path h="2800378" w="4433742">
                <a:moveTo>
                  <a:pt x="0" y="0"/>
                </a:moveTo>
                <a:lnTo>
                  <a:pt x="4433742" y="0"/>
                </a:lnTo>
                <a:lnTo>
                  <a:pt x="4433742" y="2800378"/>
                </a:lnTo>
                <a:lnTo>
                  <a:pt x="0" y="2800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519" r="0" b="-53807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37121" y="514350"/>
            <a:ext cx="2581835" cy="1028700"/>
          </a:xfrm>
          <a:custGeom>
            <a:avLst/>
            <a:gdLst/>
            <a:ahLst/>
            <a:cxnLst/>
            <a:rect r="r" b="b" t="t" l="l"/>
            <a:pathLst>
              <a:path h="1028700" w="2581835">
                <a:moveTo>
                  <a:pt x="0" y="0"/>
                </a:moveTo>
                <a:lnTo>
                  <a:pt x="2581836" y="0"/>
                </a:lnTo>
                <a:lnTo>
                  <a:pt x="25818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1257328"/>
            <a:ext cx="4433742" cy="2800378"/>
          </a:xfrm>
          <a:custGeom>
            <a:avLst/>
            <a:gdLst/>
            <a:ahLst/>
            <a:cxnLst/>
            <a:rect r="r" b="b" t="t" l="l"/>
            <a:pathLst>
              <a:path h="2800378" w="4433742">
                <a:moveTo>
                  <a:pt x="0" y="0"/>
                </a:moveTo>
                <a:lnTo>
                  <a:pt x="4433742" y="0"/>
                </a:lnTo>
                <a:lnTo>
                  <a:pt x="4433742" y="2800378"/>
                </a:lnTo>
                <a:lnTo>
                  <a:pt x="0" y="2800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519" r="0" b="-53807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179675"/>
            <a:ext cx="4433742" cy="2800378"/>
          </a:xfrm>
          <a:custGeom>
            <a:avLst/>
            <a:gdLst/>
            <a:ahLst/>
            <a:cxnLst/>
            <a:rect r="r" b="b" t="t" l="l"/>
            <a:pathLst>
              <a:path h="2800378" w="4433742">
                <a:moveTo>
                  <a:pt x="0" y="0"/>
                </a:moveTo>
                <a:lnTo>
                  <a:pt x="4433742" y="0"/>
                </a:lnTo>
                <a:lnTo>
                  <a:pt x="4433742" y="2800378"/>
                </a:lnTo>
                <a:lnTo>
                  <a:pt x="0" y="2800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19" r="0" b="-538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46016" y="0"/>
            <a:ext cx="2581835" cy="1028700"/>
          </a:xfrm>
          <a:custGeom>
            <a:avLst/>
            <a:gdLst/>
            <a:ahLst/>
            <a:cxnLst/>
            <a:rect r="r" b="b" t="t" l="l"/>
            <a:pathLst>
              <a:path h="1028700" w="2581835">
                <a:moveTo>
                  <a:pt x="0" y="0"/>
                </a:moveTo>
                <a:lnTo>
                  <a:pt x="2581836" y="0"/>
                </a:lnTo>
                <a:lnTo>
                  <a:pt x="25818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400189"/>
            <a:ext cx="4433742" cy="2800378"/>
          </a:xfrm>
          <a:custGeom>
            <a:avLst/>
            <a:gdLst/>
            <a:ahLst/>
            <a:cxnLst/>
            <a:rect r="r" b="b" t="t" l="l"/>
            <a:pathLst>
              <a:path h="2800378" w="4433742">
                <a:moveTo>
                  <a:pt x="0" y="0"/>
                </a:moveTo>
                <a:lnTo>
                  <a:pt x="4433742" y="0"/>
                </a:lnTo>
                <a:lnTo>
                  <a:pt x="4433742" y="2800378"/>
                </a:lnTo>
                <a:lnTo>
                  <a:pt x="0" y="2800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19" r="0" b="-538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06165" y="0"/>
            <a:ext cx="2581835" cy="1028700"/>
          </a:xfrm>
          <a:custGeom>
            <a:avLst/>
            <a:gdLst/>
            <a:ahLst/>
            <a:cxnLst/>
            <a:rect r="r" b="b" t="t" l="l"/>
            <a:pathLst>
              <a:path h="1028700" w="2581835">
                <a:moveTo>
                  <a:pt x="0" y="0"/>
                </a:moveTo>
                <a:lnTo>
                  <a:pt x="2581835" y="0"/>
                </a:lnTo>
                <a:lnTo>
                  <a:pt x="258183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400189"/>
            <a:ext cx="4433742" cy="2800378"/>
          </a:xfrm>
          <a:custGeom>
            <a:avLst/>
            <a:gdLst/>
            <a:ahLst/>
            <a:cxnLst/>
            <a:rect r="r" b="b" t="t" l="l"/>
            <a:pathLst>
              <a:path h="2800378" w="4433742">
                <a:moveTo>
                  <a:pt x="0" y="0"/>
                </a:moveTo>
                <a:lnTo>
                  <a:pt x="4433742" y="0"/>
                </a:lnTo>
                <a:lnTo>
                  <a:pt x="4433742" y="2800378"/>
                </a:lnTo>
                <a:lnTo>
                  <a:pt x="0" y="2800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19" r="0" b="-538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06165" y="0"/>
            <a:ext cx="2581835" cy="1028700"/>
          </a:xfrm>
          <a:custGeom>
            <a:avLst/>
            <a:gdLst/>
            <a:ahLst/>
            <a:cxnLst/>
            <a:rect r="r" b="b" t="t" l="l"/>
            <a:pathLst>
              <a:path h="1028700" w="2581835">
                <a:moveTo>
                  <a:pt x="0" y="0"/>
                </a:moveTo>
                <a:lnTo>
                  <a:pt x="2581835" y="0"/>
                </a:lnTo>
                <a:lnTo>
                  <a:pt x="258183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400189"/>
            <a:ext cx="4433742" cy="2800378"/>
          </a:xfrm>
          <a:custGeom>
            <a:avLst/>
            <a:gdLst/>
            <a:ahLst/>
            <a:cxnLst/>
            <a:rect r="r" b="b" t="t" l="l"/>
            <a:pathLst>
              <a:path h="2800378" w="4433742">
                <a:moveTo>
                  <a:pt x="0" y="0"/>
                </a:moveTo>
                <a:lnTo>
                  <a:pt x="4433742" y="0"/>
                </a:lnTo>
                <a:lnTo>
                  <a:pt x="4433742" y="2800378"/>
                </a:lnTo>
                <a:lnTo>
                  <a:pt x="0" y="2800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19" r="0" b="-538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06165" y="0"/>
            <a:ext cx="2581835" cy="1028700"/>
          </a:xfrm>
          <a:custGeom>
            <a:avLst/>
            <a:gdLst/>
            <a:ahLst/>
            <a:cxnLst/>
            <a:rect r="r" b="b" t="t" l="l"/>
            <a:pathLst>
              <a:path h="1028700" w="2581835">
                <a:moveTo>
                  <a:pt x="0" y="0"/>
                </a:moveTo>
                <a:lnTo>
                  <a:pt x="2581835" y="0"/>
                </a:lnTo>
                <a:lnTo>
                  <a:pt x="258183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37121" y="0"/>
            <a:ext cx="2581835" cy="1028700"/>
          </a:xfrm>
          <a:custGeom>
            <a:avLst/>
            <a:gdLst/>
            <a:ahLst/>
            <a:cxnLst/>
            <a:rect r="r" b="b" t="t" l="l"/>
            <a:pathLst>
              <a:path h="1028700" w="2581835">
                <a:moveTo>
                  <a:pt x="0" y="0"/>
                </a:moveTo>
                <a:lnTo>
                  <a:pt x="2581836" y="0"/>
                </a:lnTo>
                <a:lnTo>
                  <a:pt x="25818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1400189"/>
            <a:ext cx="4433742" cy="2800378"/>
          </a:xfrm>
          <a:custGeom>
            <a:avLst/>
            <a:gdLst/>
            <a:ahLst/>
            <a:cxnLst/>
            <a:rect r="r" b="b" t="t" l="l"/>
            <a:pathLst>
              <a:path h="2800378" w="4433742">
                <a:moveTo>
                  <a:pt x="0" y="0"/>
                </a:moveTo>
                <a:lnTo>
                  <a:pt x="4433742" y="0"/>
                </a:lnTo>
                <a:lnTo>
                  <a:pt x="4433742" y="2800378"/>
                </a:lnTo>
                <a:lnTo>
                  <a:pt x="0" y="2800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519" r="0" b="-53807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400189"/>
            <a:ext cx="4433742" cy="2800378"/>
          </a:xfrm>
          <a:custGeom>
            <a:avLst/>
            <a:gdLst/>
            <a:ahLst/>
            <a:cxnLst/>
            <a:rect r="r" b="b" t="t" l="l"/>
            <a:pathLst>
              <a:path h="2800378" w="4433742">
                <a:moveTo>
                  <a:pt x="0" y="0"/>
                </a:moveTo>
                <a:lnTo>
                  <a:pt x="4433742" y="0"/>
                </a:lnTo>
                <a:lnTo>
                  <a:pt x="4433742" y="2800378"/>
                </a:lnTo>
                <a:lnTo>
                  <a:pt x="0" y="2800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19" r="0" b="-538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22305" y="0"/>
            <a:ext cx="2581835" cy="1028700"/>
          </a:xfrm>
          <a:custGeom>
            <a:avLst/>
            <a:gdLst/>
            <a:ahLst/>
            <a:cxnLst/>
            <a:rect r="r" b="b" t="t" l="l"/>
            <a:pathLst>
              <a:path h="1028700" w="2581835">
                <a:moveTo>
                  <a:pt x="0" y="0"/>
                </a:moveTo>
                <a:lnTo>
                  <a:pt x="2581835" y="0"/>
                </a:lnTo>
                <a:lnTo>
                  <a:pt x="258183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400189"/>
            <a:ext cx="4433742" cy="2800378"/>
          </a:xfrm>
          <a:custGeom>
            <a:avLst/>
            <a:gdLst/>
            <a:ahLst/>
            <a:cxnLst/>
            <a:rect r="r" b="b" t="t" l="l"/>
            <a:pathLst>
              <a:path h="2800378" w="4433742">
                <a:moveTo>
                  <a:pt x="0" y="0"/>
                </a:moveTo>
                <a:lnTo>
                  <a:pt x="4433742" y="0"/>
                </a:lnTo>
                <a:lnTo>
                  <a:pt x="4433742" y="2800378"/>
                </a:lnTo>
                <a:lnTo>
                  <a:pt x="0" y="2800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19" r="0" b="-538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87695" y="0"/>
            <a:ext cx="2581835" cy="1028700"/>
          </a:xfrm>
          <a:custGeom>
            <a:avLst/>
            <a:gdLst/>
            <a:ahLst/>
            <a:cxnLst/>
            <a:rect r="r" b="b" t="t" l="l"/>
            <a:pathLst>
              <a:path h="1028700" w="2581835">
                <a:moveTo>
                  <a:pt x="0" y="0"/>
                </a:moveTo>
                <a:lnTo>
                  <a:pt x="2581835" y="0"/>
                </a:lnTo>
                <a:lnTo>
                  <a:pt x="258183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400189"/>
            <a:ext cx="4433742" cy="2800378"/>
          </a:xfrm>
          <a:custGeom>
            <a:avLst/>
            <a:gdLst/>
            <a:ahLst/>
            <a:cxnLst/>
            <a:rect r="r" b="b" t="t" l="l"/>
            <a:pathLst>
              <a:path h="2800378" w="4433742">
                <a:moveTo>
                  <a:pt x="0" y="0"/>
                </a:moveTo>
                <a:lnTo>
                  <a:pt x="4433742" y="0"/>
                </a:lnTo>
                <a:lnTo>
                  <a:pt x="4433742" y="2800378"/>
                </a:lnTo>
                <a:lnTo>
                  <a:pt x="0" y="2800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19" r="0" b="-538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79887" y="0"/>
            <a:ext cx="2581835" cy="1028700"/>
          </a:xfrm>
          <a:custGeom>
            <a:avLst/>
            <a:gdLst/>
            <a:ahLst/>
            <a:cxnLst/>
            <a:rect r="r" b="b" t="t" l="l"/>
            <a:pathLst>
              <a:path h="1028700" w="2581835">
                <a:moveTo>
                  <a:pt x="0" y="0"/>
                </a:moveTo>
                <a:lnTo>
                  <a:pt x="2581835" y="0"/>
                </a:lnTo>
                <a:lnTo>
                  <a:pt x="258183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400189"/>
            <a:ext cx="4433742" cy="2800378"/>
          </a:xfrm>
          <a:custGeom>
            <a:avLst/>
            <a:gdLst/>
            <a:ahLst/>
            <a:cxnLst/>
            <a:rect r="r" b="b" t="t" l="l"/>
            <a:pathLst>
              <a:path h="2800378" w="4433742">
                <a:moveTo>
                  <a:pt x="0" y="0"/>
                </a:moveTo>
                <a:lnTo>
                  <a:pt x="4433742" y="0"/>
                </a:lnTo>
                <a:lnTo>
                  <a:pt x="4433742" y="2800378"/>
                </a:lnTo>
                <a:lnTo>
                  <a:pt x="0" y="2800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19" r="0" b="-538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93318" y="0"/>
            <a:ext cx="2581835" cy="1028700"/>
          </a:xfrm>
          <a:custGeom>
            <a:avLst/>
            <a:gdLst/>
            <a:ahLst/>
            <a:cxnLst/>
            <a:rect r="r" b="b" t="t" l="l"/>
            <a:pathLst>
              <a:path h="1028700" w="2581835">
                <a:moveTo>
                  <a:pt x="0" y="0"/>
                </a:moveTo>
                <a:lnTo>
                  <a:pt x="2581835" y="0"/>
                </a:lnTo>
                <a:lnTo>
                  <a:pt x="258183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400189"/>
            <a:ext cx="4433742" cy="2800378"/>
          </a:xfrm>
          <a:custGeom>
            <a:avLst/>
            <a:gdLst/>
            <a:ahLst/>
            <a:cxnLst/>
            <a:rect r="r" b="b" t="t" l="l"/>
            <a:pathLst>
              <a:path h="2800378" w="4433742">
                <a:moveTo>
                  <a:pt x="0" y="0"/>
                </a:moveTo>
                <a:lnTo>
                  <a:pt x="4433742" y="0"/>
                </a:lnTo>
                <a:lnTo>
                  <a:pt x="4433742" y="2800378"/>
                </a:lnTo>
                <a:lnTo>
                  <a:pt x="0" y="2800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19" r="0" b="-538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06165" y="0"/>
            <a:ext cx="2581835" cy="1028700"/>
          </a:xfrm>
          <a:custGeom>
            <a:avLst/>
            <a:gdLst/>
            <a:ahLst/>
            <a:cxnLst/>
            <a:rect r="r" b="b" t="t" l="l"/>
            <a:pathLst>
              <a:path h="1028700" w="2581835">
                <a:moveTo>
                  <a:pt x="0" y="0"/>
                </a:moveTo>
                <a:lnTo>
                  <a:pt x="2581835" y="0"/>
                </a:lnTo>
                <a:lnTo>
                  <a:pt x="258183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400189"/>
            <a:ext cx="4433742" cy="2800378"/>
          </a:xfrm>
          <a:custGeom>
            <a:avLst/>
            <a:gdLst/>
            <a:ahLst/>
            <a:cxnLst/>
            <a:rect r="r" b="b" t="t" l="l"/>
            <a:pathLst>
              <a:path h="2800378" w="4433742">
                <a:moveTo>
                  <a:pt x="0" y="0"/>
                </a:moveTo>
                <a:lnTo>
                  <a:pt x="4433742" y="0"/>
                </a:lnTo>
                <a:lnTo>
                  <a:pt x="4433742" y="2800378"/>
                </a:lnTo>
                <a:lnTo>
                  <a:pt x="0" y="2800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19" r="0" b="-538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58565" y="152400"/>
            <a:ext cx="2581835" cy="1028700"/>
          </a:xfrm>
          <a:custGeom>
            <a:avLst/>
            <a:gdLst/>
            <a:ahLst/>
            <a:cxnLst/>
            <a:rect r="r" b="b" t="t" l="l"/>
            <a:pathLst>
              <a:path h="1028700" w="2581835">
                <a:moveTo>
                  <a:pt x="0" y="0"/>
                </a:moveTo>
                <a:lnTo>
                  <a:pt x="2581835" y="0"/>
                </a:lnTo>
                <a:lnTo>
                  <a:pt x="258183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400189"/>
            <a:ext cx="5248879" cy="3315224"/>
          </a:xfrm>
          <a:custGeom>
            <a:avLst/>
            <a:gdLst/>
            <a:ahLst/>
            <a:cxnLst/>
            <a:rect r="r" b="b" t="t" l="l"/>
            <a:pathLst>
              <a:path h="3315224" w="5248879">
                <a:moveTo>
                  <a:pt x="0" y="0"/>
                </a:moveTo>
                <a:lnTo>
                  <a:pt x="5248879" y="0"/>
                </a:lnTo>
                <a:lnTo>
                  <a:pt x="5248879" y="3315224"/>
                </a:lnTo>
                <a:lnTo>
                  <a:pt x="0" y="331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19" r="0" b="-538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21481" y="257423"/>
            <a:ext cx="3093381" cy="1232519"/>
          </a:xfrm>
          <a:custGeom>
            <a:avLst/>
            <a:gdLst/>
            <a:ahLst/>
            <a:cxnLst/>
            <a:rect r="r" b="b" t="t" l="l"/>
            <a:pathLst>
              <a:path h="1232519" w="3093381">
                <a:moveTo>
                  <a:pt x="0" y="0"/>
                </a:moveTo>
                <a:lnTo>
                  <a:pt x="3093381" y="0"/>
                </a:lnTo>
                <a:lnTo>
                  <a:pt x="3093381" y="1232519"/>
                </a:lnTo>
                <a:lnTo>
                  <a:pt x="0" y="12325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DAHUFuv4Ibw</dc:identifier>
  <dcterms:modified xsi:type="dcterms:W3CDTF">2011-08-01T06:04:30Z</dcterms:modified>
  <cp:revision>1</cp:revision>
  <dc:title>White Green Gradient Simple Presentation </dc:title>
</cp:coreProperties>
</file>